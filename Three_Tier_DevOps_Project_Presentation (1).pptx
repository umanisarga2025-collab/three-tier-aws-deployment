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Three-Tier DevOps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D2E1F5"/>
                </a:solidFill>
              </a:defRPr>
            </a:pPr>
            <a:r>
              <a:t>Dockerized Flask Application on AWS EC2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Nginx • Flask • PostgreSQL • Redis • Docker • ECR • 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Class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Build a simple three-tier web application with a professional monitoring dashboard.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Separate the presentation, application, and data responsibilities.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Containerize the application and supporting services using Docker.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Use Docker Compose to manage the multi-container stack.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Store the application image in Amazon ECR and deploy it on AWS EC2.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Demonstrate service connectivity and health checks for PostgreSQL and Redis.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2. Final Three-Tier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User request flow and service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25880"/>
            <a:ext cx="3017520" cy="6858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USER /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331720"/>
            <a:ext cx="3017520" cy="777240"/>
          </a:xfrm>
          <a:prstGeom prst="roundRect">
            <a:avLst/>
          </a:prstGeom>
          <a:solidFill>
            <a:srgbClr val="EBF2FC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NGINX :80</a:t>
            </a:r>
            <a:br/>
            <a:r>
              <a:t>Reverse Proxy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429000"/>
            <a:ext cx="3017520" cy="777240"/>
          </a:xfrm>
          <a:prstGeom prst="roundRect">
            <a:avLst/>
          </a:prstGeom>
          <a:solidFill>
            <a:srgbClr val="EBF2FC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FLASK :5000</a:t>
            </a:r>
            <a:br/>
            <a:r>
              <a:t>Application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754880"/>
            <a:ext cx="3017520" cy="822960"/>
          </a:xfrm>
          <a:prstGeom prst="roundRect">
            <a:avLst/>
          </a:prstGeom>
          <a:solidFill>
            <a:srgbClr val="EFF8F2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PostgreSQL :5432</a:t>
            </a:r>
            <a:br/>
            <a:r>
              <a:t>Persistent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754880"/>
            <a:ext cx="3017520" cy="822960"/>
          </a:xfrm>
          <a:prstGeom prst="roundRect">
            <a:avLst/>
          </a:prstGeom>
          <a:solidFill>
            <a:srgbClr val="FFF7EB"/>
          </a:solidFill>
          <a:ln w="19050">
            <a:solidFill>
              <a:srgbClr val="E6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Redis :6379</a:t>
            </a:r>
            <a:br/>
            <a:r>
              <a:t>Cache 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011680"/>
            <a:ext cx="0" cy="32004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3108960"/>
            <a:ext cx="0" cy="32004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743200" y="4206240"/>
            <a:ext cx="2377440" cy="54864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40880" y="4206240"/>
            <a:ext cx="2377440" cy="54864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3.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234440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HTML +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26187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Dashboard /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73936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73936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Python + 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80136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Application logic and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13432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313432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340864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Persistent relational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52928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852928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880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Fast in-memory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92424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Web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392424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Nginx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419856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HTTP entry point / reverse proxy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31920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Containers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931920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Docker + 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9593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Isolation and multi-service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71416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471416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Amazon ECR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4988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Docker image storage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10912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Cloud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5010912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AWS EC2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5038344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Cloud server / deployment host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550408"/>
            <a:ext cx="1965960" cy="420624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Version 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5550408"/>
            <a:ext cx="27432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Git +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55778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Source code versioning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4. 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5760720" cy="44805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232A34"/>
                </a:solidFill>
              </a:defRPr>
            </a:pPr>
            <a:r>
              <a:t>three-tier-app/</a:t>
            </a:r>
            <a:br/>
            <a:r>
              <a:t>├── app/</a:t>
            </a:r>
            <a:br/>
            <a:r>
              <a:t>│   ├── app.py</a:t>
            </a:r>
            <a:br/>
            <a:r>
              <a:t>│   ├── Dockerfile</a:t>
            </a:r>
            <a:br/>
            <a:r>
              <a:t>│   ├── requirements.txt</a:t>
            </a:r>
            <a:br/>
            <a:r>
              <a:t>│   ├── templates/</a:t>
            </a:r>
            <a:br/>
            <a:r>
              <a:t>│   │   └── index.html</a:t>
            </a:r>
            <a:br/>
            <a:r>
              <a:t>│   └── .dockerignore</a:t>
            </a:r>
            <a:br/>
            <a:r>
              <a:t>├── nginx/</a:t>
            </a:r>
            <a:br/>
            <a:r>
              <a:t>│   └── nginx.conf</a:t>
            </a:r>
            <a:br/>
            <a:r>
              <a:t>├── docker-compose.yml</a:t>
            </a:r>
            <a:br/>
            <a:r>
              <a:t>├── .env</a:t>
            </a:r>
            <a:br/>
            <a:r>
              <a:t>├── .gitignore</a:t>
            </a:r>
            <a:br/>
            <a:r>
              <a:t>└── 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41732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app.py → Flask routes, PostgreSQL connection, Redis connection, health checks.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index.html → professional dashboard UI.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Dockerfile → builds the Flask application image.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docker-compose.yml → defines Nginx, Flask, PostgreSQL and Redis.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nginx.conf → routes incoming traffic to Flask.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5. Flask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Flask is the application layer of the architecture.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Route / renders the dashboard.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Route /health returns JSON showing application, PostgreSQL and Redis status.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Route /redis tests Redis by storing and reading a message.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Route /users reads user records from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Flask listens on 0.0.0.0:5000 inside its Docker container.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4709160"/>
            <a:ext cx="3840480" cy="685800"/>
          </a:xfrm>
          <a:prstGeom prst="roundRect">
            <a:avLst/>
          </a:prstGeom>
          <a:solidFill>
            <a:srgbClr val="EBF2FC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Browser → Nginx →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6. Dashboard — How to Explain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The dashboard is a visual view of application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514600" cy="960120"/>
          </a:xfrm>
          <a:prstGeom prst="roundRect">
            <a:avLst/>
          </a:prstGeom>
          <a:solidFill>
            <a:srgbClr val="EFF8F2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NGINX</a:t>
            </a:r>
            <a:br/>
            <a:r>
              <a:t>ONLINE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14600" cy="960120"/>
          </a:xfrm>
          <a:prstGeom prst="roundRect">
            <a:avLst/>
          </a:prstGeom>
          <a:solidFill>
            <a:srgbClr val="EFF8F2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FLASK</a:t>
            </a:r>
            <a:br/>
            <a:r>
              <a:t>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2514600" cy="960120"/>
          </a:xfrm>
          <a:prstGeom prst="roundRect">
            <a:avLst/>
          </a:prstGeom>
          <a:solidFill>
            <a:srgbClr val="EFF8F2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POSTGRESQL</a:t>
            </a:r>
            <a:br/>
            <a:r>
              <a:t>ONLINE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371600"/>
            <a:ext cx="2514600" cy="960120"/>
          </a:xfrm>
          <a:prstGeom prst="roundRect">
            <a:avLst/>
          </a:prstGeom>
          <a:solidFill>
            <a:srgbClr val="EFF8F2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REDIS</a:t>
            </a:r>
            <a:br/>
            <a:r>
              <a:t>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NGINX and Flask status represent the running web/application services.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PostgreSQL is shown ONLINE only when Flask successfully connects and runs SELECT 1.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Redis is shown ONLINE only when the Redis PING succeeds.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The Architecture panel explains the request path and service relationships.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Speaker line: “The dashboard is not only a UI; it also demonstrates live connectivity checks.”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7. Dockerizing the Flask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5577840" cy="438912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32A34"/>
                </a:solidFill>
              </a:defRPr>
            </a:pPr>
            <a:r>
              <a:t>FROM python:3.12-slim</a:t>
            </a:r>
            <a:br/>
            <a:r>
              <a:t>WORKDIR /app</a:t>
            </a:r>
            <a:br/>
            <a:r>
              <a:t>COPY requirements.txt .</a:t>
            </a:r>
            <a:br/>
            <a:r>
              <a:t>RUN pip install --no-cache-dir -r requirements.txt</a:t>
            </a:r>
            <a:br/>
            <a:r>
              <a:t>COPY app.py .</a:t>
            </a:r>
            <a:br/>
            <a:r>
              <a:t>COPY templates ./templates</a:t>
            </a:r>
            <a:br/>
            <a:r>
              <a:t>EXPOSE 5000</a:t>
            </a:r>
            <a:br/>
            <a:r>
              <a:t>CMD ["python", "app.py"]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13716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FROM selects a lightweight Python base image.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WORKDIR sets the application directory.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COPY and RUN install the Python dependencies.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The templates directory is copied so Flask can render the dashboard.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EXPOSE documents the application port.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CMD starts the Flask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8. Docker Compose — Multi-Container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3774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Nginx</a:t>
            </a:r>
            <a:br/>
            <a:r>
              <a:t>:80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978"/>
                </a:solidFill>
              </a:defRPr>
            </a:pPr>
            <a:r>
              <a:t>Entry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463040"/>
            <a:ext cx="23774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Flask</a:t>
            </a:r>
            <a:br/>
            <a:r>
              <a:t>:5000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697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978"/>
                </a:solidFill>
              </a:defRPr>
            </a:pPr>
            <a:r>
              <a:t>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3774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PostgreSQL</a:t>
            </a:r>
            <a:br/>
            <a:r>
              <a:t>:5432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97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978"/>
                </a:solidFill>
              </a:defRPr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463040"/>
            <a:ext cx="23774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Redis</a:t>
            </a:r>
            <a:br/>
            <a:r>
              <a:t>:6379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697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978"/>
                </a:solidFill>
              </a:defRPr>
            </a:pPr>
            <a:r>
              <a:t>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794760"/>
            <a:ext cx="5577840" cy="8229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A34"/>
                </a:solidFill>
              </a:defRPr>
            </a:pPr>
            <a:r>
              <a:t>three-tier-network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Compose defines all services in one file and creates a shared Docker network.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Services communicate using Compose service names such as app, postgres and redis.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A named postgres-data volume preserves PostgreSQL data across container recreation.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9. Push Application Image to Amazon ECR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011680" cy="9144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Docker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011680"/>
            <a:ext cx="2011680" cy="9144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A34"/>
                </a:solidFill>
              </a:defRPr>
            </a:pPr>
            <a:r>
              <a:t>Docker Image</a:t>
            </a:r>
            <a:br/>
            <a:r>
              <a:t>three-tier-app:latest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011680"/>
            <a:ext cx="2011680" cy="9144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Amazon ECR</a:t>
            </a:r>
            <a:br/>
            <a:r>
              <a:t>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2011680"/>
            <a:ext cx="2468880" cy="9144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EC2 Pulls Image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468880"/>
            <a:ext cx="59436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57800" y="2468880"/>
            <a:ext cx="59436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468880"/>
            <a:ext cx="59436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749039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Amazon ECR (Elastic Container Registry) is used to store Docker images.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Repository used: three-tier-app.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Region: ap-south-1.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The image is pushed to ECR and then pulled by the EC2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10. Deploying the Application on AWS EC2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743200" cy="9144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AWS EC2</a:t>
            </a:r>
            <a:br/>
            <a:r>
              <a:t>Ubuntu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463040"/>
            <a:ext cx="2743200" cy="9144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Docker Engine</a:t>
            </a:r>
            <a:br/>
            <a:r>
              <a:t>+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63040"/>
            <a:ext cx="2743200" cy="9144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34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Running Containers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1920240"/>
            <a:ext cx="123444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52360" y="1920240"/>
            <a:ext cx="123444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306324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EC2 provides the cloud server where the application stack runs.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Ubuntu is used as the operating system.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Docker Compose starts Nginx, Flask, PostgreSQL and Redis.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HTTP port 80 is exposed so users can access the application.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Final public endpoint used in the project: http://13.204.80.240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11. Verification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880360" cy="47548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4"/>
                </a:solidFill>
              </a:defRPr>
            </a:pPr>
            <a:r>
              <a:t>docker compose 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261872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Verify all four containers are running.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84248"/>
            <a:ext cx="2880360" cy="47548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4"/>
                </a:solidFill>
              </a:defRPr>
            </a:pPr>
            <a:r>
              <a:t>curl http://localhost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011679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Verify Nginx serves the dashboard on EC2.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34056"/>
            <a:ext cx="2880360" cy="47548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4"/>
                </a:solidFill>
              </a:defRPr>
            </a:pPr>
            <a:r>
              <a:t>Browser → public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61488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Verify external access through port 80.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83864"/>
            <a:ext cx="2880360" cy="47548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4"/>
                </a:solidFill>
              </a:defRPr>
            </a:pPr>
            <a: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511296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Verify application, PostgreSQL and Redis health.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33672"/>
            <a:ext cx="2880360" cy="47548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4"/>
                </a:solidFill>
              </a:defRPr>
            </a:pPr>
            <a:r>
              <a:t>/redis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261104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Verify Redis read/write interaction.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79"/>
            <a:ext cx="2880360" cy="47548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4"/>
                </a:solidFill>
              </a:defRPr>
            </a:pPr>
            <a:r>
              <a:t>/users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010912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Verify PostgreSQL query and data retrieval.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12. Complete DevOps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Write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404872"/>
            <a:ext cx="22860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74520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Git / GitHub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404872"/>
            <a:ext cx="22860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7560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Docker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404872"/>
            <a:ext cx="22860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00600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Push to ECR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404872"/>
            <a:ext cx="22860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Deploy on EC2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0" y="2404872"/>
            <a:ext cx="22860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26679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Compose Up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19" y="2404872"/>
            <a:ext cx="22860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24160" y="2404872"/>
            <a:ext cx="228600" cy="0"/>
          </a:xfrm>
          <a:prstGeom prst="line">
            <a:avLst/>
          </a:prstGeom>
          <a:ln w="31750">
            <a:solidFill>
              <a:srgbClr val="2D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52760" y="2011680"/>
            <a:ext cx="1234440" cy="77724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Development → source control → container image → registry → cloud deployment → verification.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This project intentionally focuses on manual DevOps deployment; CI/CD is not required for the current scope.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13. How to Explain the Project in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“My project is a Dockerized three-tier web application deployed on AWS EC2.”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“Nginx is the entry point and reverse proxy on port 80.”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“Flask is the application layer running on port 5000.”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“PostgreSQL stores persistent relational data and Redis provides fast in-memory caching.”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“Docker packages the services into containers and Docker Compose manages them together.”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“Amazon ECR stores the Docker image, and EC2 hosts the running application.”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14. Common Teacher / Interview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Why Nginx?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25272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To receive HTTP traffic and reverse-proxy requests to Flask.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Why Docker?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25272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For consistent, isolated and portable application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Image vs container?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48716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Image is the blueprint; container is a running instance of the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46888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Why PostgreSQL?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8716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For persistent relational application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Why Redis?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72160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For fast in-memory caching and temporary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0332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Why ECR?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2160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To centrally store Docker images in AWS.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3776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Why EC2?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95604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To provide the cloud server for hosting the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937760"/>
            <a:ext cx="1920240" cy="64008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How is DB health checked?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56048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Flask connects and executes SELECT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Three-Tier DevOps Application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Project Completed Successfully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966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2100">
                <a:solidFill>
                  <a:srgbClr val="FFFFFF"/>
                </a:solidFill>
              </a:defRPr>
            </a:pPr>
            <a:r>
              <a:t>✓ Three-tier architecture</a:t>
            </a:r>
          </a:p>
          <a:p>
            <a:pPr algn="ctr">
              <a:spcAft>
                <a:spcPts val="700"/>
              </a:spcAft>
              <a:defRPr sz="2100">
                <a:solidFill>
                  <a:srgbClr val="FFFFFF"/>
                </a:solidFill>
              </a:defRPr>
            </a:pPr>
            <a:r>
              <a:t>✓ Professional dashboard with health checks</a:t>
            </a:r>
          </a:p>
          <a:p>
            <a:pPr algn="ctr">
              <a:spcAft>
                <a:spcPts val="700"/>
              </a:spcAft>
              <a:defRPr sz="2100">
                <a:solidFill>
                  <a:srgbClr val="FFFFFF"/>
                </a:solidFill>
              </a:defRPr>
            </a:pPr>
            <a:r>
              <a:t>✓ Docker + Docker Compose</a:t>
            </a:r>
          </a:p>
          <a:p>
            <a:pPr algn="ctr">
              <a:spcAft>
                <a:spcPts val="700"/>
              </a:spcAft>
              <a:defRPr sz="2100">
                <a:solidFill>
                  <a:srgbClr val="FFFFFF"/>
                </a:solidFill>
              </a:defRPr>
            </a:pPr>
            <a:r>
              <a:t>✓ PostgreSQL + Redis</a:t>
            </a:r>
          </a:p>
          <a:p>
            <a:pPr algn="ctr">
              <a:spcAft>
                <a:spcPts val="700"/>
              </a:spcAft>
              <a:defRPr sz="2100">
                <a:solidFill>
                  <a:srgbClr val="FFFFFF"/>
                </a:solidFill>
              </a:defRPr>
            </a:pPr>
            <a:r>
              <a:t>✓ Amazon ECR + AWS EC2</a:t>
            </a:r>
          </a:p>
          <a:p>
            <a:pPr algn="ctr">
              <a:spcAft>
                <a:spcPts val="700"/>
              </a:spcAft>
              <a:defRPr sz="2100">
                <a:solidFill>
                  <a:srgbClr val="FFFFFF"/>
                </a:solidFill>
              </a:defRPr>
            </a:pPr>
            <a:r>
              <a:t>✓ Nginx reverse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1500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2E1F5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